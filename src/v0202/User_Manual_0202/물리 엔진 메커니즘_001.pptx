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y="9144000" cx="16256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2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3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9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0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8/1/2011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38100"/>
            <a:ext cx="16256000" cy="90678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SM-N960N</dc:creator>
  <dcterms:created xsi:type="dcterms:W3CDTF">2006-08-15T06:00:00Z</dcterms:created>
  <dcterms:modified xsi:type="dcterms:W3CDTF">2026-10-27T22:26:15Z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617c1f4e5af04f70a81e569e2bf53690_23</vt:lpwstr>
  </property>
</Properties>
</file>